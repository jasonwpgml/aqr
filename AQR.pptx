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notion.com/p/Galpi-by-Gemini-39fe687818e280d292b7ff1ea6263d14?source=copy_lin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nklister.streamlit.app/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675459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 RETROSPECTIVE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285059"/>
            <a:ext cx="14716125" cy="157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341"/>
              </a:lnSpc>
              <a:buNone/>
            </a:pPr>
            <a:r>
              <a:rPr lang="en-US" sz="5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POC 나만을 위한 프로그램 만들기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6087666"/>
            <a:ext cx="12573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중심 코딩 구조 실험, 그리고 예상치 못한 방향 전환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047750" y="9163050"/>
            <a:ext cx="11163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2026.07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468910" y="9163050"/>
            <a:ext cx="98762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발표자명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BACKGROUND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— Momento 개발 경험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2752725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Agent를 활용해 일정 관리 프로그램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개발 중 (GitHub 공개)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914775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앱이 커질수록 유지보수·수정 시간이 급증하고,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소모가 막대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해지는 문제 발생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2638425"/>
            <a:ext cx="7715250" cy="4822031"/>
          </a:xfrm>
          <a:prstGeom prst="roundRect">
            <a:avLst>
              <a:gd name="adj" fmla="val 790"/>
            </a:avLst>
          </a:prstGeom>
          <a:solidFill>
            <a:srgbClr val="0D0B0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175" b="-20175"/>
          <a:stretch/>
        </p:blipFill>
        <p:spPr>
          <a:xfrm>
            <a:off x="9525000" y="2638425"/>
            <a:ext cx="7715250" cy="48220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상황 — 스파게티 코드와 비대해진 구조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638425"/>
            <a:ext cx="7715250" cy="4822031"/>
          </a:xfrm>
          <a:prstGeom prst="roundRect">
            <a:avLst>
              <a:gd name="adj" fmla="val 790"/>
            </a:avLst>
          </a:prstGeom>
          <a:solidFill>
            <a:srgbClr val="0D0B0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175" b="-20175"/>
          <a:stretch/>
        </p:blipFill>
        <p:spPr>
          <a:xfrm>
            <a:off x="1047750" y="2638425"/>
            <a:ext cx="7715250" cy="48220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0" y="2752725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솔직한 회고: 초기 설계·계획 없이 시작해 스파게티 코드가 된 탓도 있음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525000" y="3914775"/>
            <a:ext cx="84867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그보다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근본적인 문제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발견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ROOT CAUSE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 분석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4433888"/>
            <a:ext cx="15716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작업을 할 때마다 AI가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전체를 처음부터 다시 읽고 확인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5176838"/>
            <a:ext cx="15716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반복적이고 불필요한 탐색 과정 → 시간과 토큰 낭비의 핵심 원인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6110288"/>
            <a:ext cx="14287500" cy="1619250"/>
          </a:xfrm>
          <a:prstGeom prst="roundRect">
            <a:avLst>
              <a:gd name="adj" fmla="val 1176"/>
            </a:avLst>
          </a:prstGeom>
          <a:solidFill>
            <a:srgbClr val="D9E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6110288"/>
            <a:ext cx="38100" cy="1619250"/>
          </a:xfrm>
          <a:prstGeom prst="rect">
            <a:avLst/>
          </a:prstGeom>
          <a:solidFill>
            <a:srgbClr val="396FC8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6376988"/>
            <a:ext cx="13892022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2850" i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"어차피 나 혼자 쓰는 코드라면, 굳이 '인간 중심' 코딩이 필요할까?"</a:t>
            </a:r>
            <a:endParaRPr lang="en-US" sz="2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IDEA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— AI 중심 코딩 구조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96382"/>
            <a:ext cx="4762500" cy="1371600"/>
          </a:xfrm>
          <a:prstGeom prst="roundRect">
            <a:avLst>
              <a:gd name="adj" fmla="val 2778"/>
            </a:avLst>
          </a:prstGeom>
          <a:ln w="19050">
            <a:solidFill>
              <a:srgbClr val="D1CDC7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63082"/>
            <a:ext cx="44843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14C4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3863132"/>
            <a:ext cx="44843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A14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읽기 좋은 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76950" y="3610719"/>
            <a:ext cx="4953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1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6762750" y="3196382"/>
            <a:ext cx="4762500" cy="1371600"/>
          </a:xfrm>
          <a:prstGeom prst="roundRect">
            <a:avLst>
              <a:gd name="adj" fmla="val 2778"/>
            </a:avLst>
          </a:prstGeom>
          <a:solidFill>
            <a:srgbClr val="D9E5F9"/>
          </a:solidFill>
          <a:ln w="19050">
            <a:solidFill>
              <a:srgbClr val="396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5650" y="3463082"/>
            <a:ext cx="44843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105650" y="3863132"/>
            <a:ext cx="44843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읽기 좋은 구조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91950" y="3610719"/>
            <a:ext cx="4953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1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2477750" y="2638425"/>
            <a:ext cx="4762500" cy="2487662"/>
          </a:xfrm>
          <a:prstGeom prst="roundRect">
            <a:avLst>
              <a:gd name="adj" fmla="val 1532"/>
            </a:avLst>
          </a:prstGeom>
          <a:solidFill>
            <a:srgbClr val="FDE1D5"/>
          </a:solidFill>
          <a:ln w="19050">
            <a:solidFill>
              <a:srgbClr val="C967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20650" y="2905125"/>
            <a:ext cx="44843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67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820650" y="3305175"/>
            <a:ext cx="44843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인간을 위한 접근 계층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20650" y="3819525"/>
            <a:ext cx="4199001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중심 구조를 인간이 알아보고 접근하기 편리하도록 외부 시스템으로 별도 구현 예정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5545187"/>
            <a:ext cx="5194250" cy="3979813"/>
          </a:xfrm>
          <a:prstGeom prst="roundRect">
            <a:avLst>
              <a:gd name="adj" fmla="val 957"/>
            </a:avLst>
          </a:prstGeom>
          <a:ln w="19050">
            <a:solidFill>
              <a:srgbClr val="D1CD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5869037"/>
            <a:ext cx="500120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71600" y="6431012"/>
            <a:ext cx="500120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개요 문서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1600" y="6930033"/>
            <a:ext cx="468294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한눈에 파악할 수 있는 간략한 프로젝트 맵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546800" y="5545187"/>
            <a:ext cx="5194399" cy="3979813"/>
          </a:xfrm>
          <a:prstGeom prst="roundRect">
            <a:avLst>
              <a:gd name="adj" fmla="val 957"/>
            </a:avLst>
          </a:prstGeom>
          <a:ln w="19050">
            <a:solidFill>
              <a:srgbClr val="D1CD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0650" y="5869037"/>
            <a:ext cx="500136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6870650" y="6431012"/>
            <a:ext cx="500136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해시맵 / 벡터화 인덱싱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70650" y="6930033"/>
            <a:ext cx="50013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기능이 있는 폴더로 바로 점프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46000" y="5545187"/>
            <a:ext cx="5194250" cy="3979813"/>
          </a:xfrm>
          <a:prstGeom prst="roundRect">
            <a:avLst>
              <a:gd name="adj" fmla="val 957"/>
            </a:avLst>
          </a:prstGeom>
          <a:ln w="19050">
            <a:solidFill>
              <a:srgbClr val="D1CD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69850" y="5869037"/>
            <a:ext cx="500120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2369850" y="6431012"/>
            <a:ext cx="500120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표식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69850" y="6930033"/>
            <a:ext cx="468294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개선 끝난 폴더는 AI가 빠르게 스킵하도록 마킹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RESEARCH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자료조사 결과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3910013"/>
            <a:ext cx="15716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조사해보니 이미 AI 연구 분야에서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활발하게 연구 중인 주제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4652963"/>
            <a:ext cx="15716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연구자들이 유사한 구조를 이미 구현해 놓은 사례 다수 확인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5681663"/>
            <a:ext cx="95250" cy="95250"/>
          </a:xfrm>
          <a:prstGeom prst="ellipse">
            <a:avLst/>
          </a:prstGeom>
          <a:solidFill>
            <a:srgbClr val="396FC8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5510213"/>
            <a:ext cx="870467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목표 확정 — 이를 정리해 나만의 스킬(Skill)로 만들기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47750" y="6348413"/>
            <a:ext cx="14287500" cy="1905000"/>
          </a:xfrm>
          <a:prstGeom prst="roundRect">
            <a:avLst>
              <a:gd name="adj" fmla="val 2000"/>
            </a:avLst>
          </a:prstGeom>
          <a:ln w="19050">
            <a:solidFill>
              <a:srgbClr val="D1CD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0650" y="6681788"/>
            <a:ext cx="8993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66218" y="6634163"/>
            <a:ext cx="394117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Galpi by Gemini — 자료조사 분석</a:t>
            </a:r>
            <a:endParaRPr lang="en-US" sz="195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1390650" y="7100888"/>
            <a:ext cx="1496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app.notion.com/p/Galpi-by-Gemini-39fe687818e280d292b7ff1ea6263d14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0650" y="7596187"/>
            <a:ext cx="149618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요약: Gemini로 정리한 AI 중심 코딩 구조 관련 선행 연구 및 유사 사례 모음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PIVOT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— 예상치 못한 방향 전환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2257425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자료조사 → 스킬 단계별 제작 → 검증을 진행해보니…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8200" y="5857875"/>
            <a:ext cx="5257800" cy="962025"/>
          </a:xfrm>
          <a:prstGeom prst="roundRect">
            <a:avLst>
              <a:gd name="adj" fmla="val 3960"/>
            </a:avLst>
          </a:prstGeom>
          <a:ln w="19050">
            <a:solidFill>
              <a:srgbClr val="D1CD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5815" y="6162675"/>
            <a:ext cx="53225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개발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115050" y="6091238"/>
            <a:ext cx="4648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1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15100" y="5653088"/>
            <a:ext cx="5257800" cy="1371600"/>
          </a:xfrm>
          <a:prstGeom prst="roundRect">
            <a:avLst>
              <a:gd name="adj" fmla="val 2778"/>
            </a:avLst>
          </a:prstGeom>
          <a:solidFill>
            <a:srgbClr val="FDE1D5"/>
          </a:solidFill>
          <a:ln w="19050">
            <a:solidFill>
              <a:srgbClr val="C96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2715" y="5957888"/>
            <a:ext cx="53225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6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벽에 부딪힘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482715" y="6386513"/>
            <a:ext cx="53225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하루짜리 프로젝트가 아님을 깨달음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91950" y="6091238"/>
            <a:ext cx="4648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1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2192000" y="5653088"/>
            <a:ext cx="5257800" cy="1371600"/>
          </a:xfrm>
          <a:prstGeom prst="roundRect">
            <a:avLst>
              <a:gd name="adj" fmla="val 2778"/>
            </a:avLst>
          </a:prstGeom>
          <a:solidFill>
            <a:srgbClr val="D9E5F9"/>
          </a:solidFill>
          <a:ln w="19050">
            <a:solidFill>
              <a:srgbClr val="396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59615" y="5957888"/>
            <a:ext cx="53225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396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AQR 탄생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159615" y="6386513"/>
            <a:ext cx="53225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작업 순서·일정 관리 도구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— AQR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2752725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목표한 기능을 모두 갖추진 못했지만, 테스트를 거친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가능한 프로그램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914775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계획: 꾸준히 업데이트하며 원래 목표였던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중심 코딩 스킬 개발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활용 예정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0" y="5153025"/>
            <a:ext cx="7715250" cy="1409700"/>
          </a:xfrm>
          <a:prstGeom prst="roundRect">
            <a:avLst>
              <a:gd name="adj" fmla="val 2703"/>
            </a:avLst>
          </a:prstGeom>
          <a:ln w="19050">
            <a:solidFill>
              <a:srgbClr val="D1CD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4450" y="5362575"/>
            <a:ext cx="79000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 파일 경로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4450" y="5743575"/>
            <a:ext cx="739730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1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C:\Users\Admin\Desktop\AQR\ai-queue-runner\dist\AIQueueRunner\AIQueueRunner.exe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0" y="2638425"/>
            <a:ext cx="7715250" cy="4822031"/>
          </a:xfrm>
          <a:prstGeom prst="roundRect">
            <a:avLst>
              <a:gd name="adj" fmla="val 790"/>
            </a:avLst>
          </a:prstGeom>
          <a:solidFill>
            <a:srgbClr val="0D0B0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7745" r="-7745" t="0" b="0"/>
          <a:stretch/>
        </p:blipFill>
        <p:spPr>
          <a:xfrm>
            <a:off x="9525000" y="2638425"/>
            <a:ext cx="7715250" cy="4822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BONUS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 — OrderList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638425"/>
            <a:ext cx="7715250" cy="4822031"/>
          </a:xfrm>
          <a:prstGeom prst="roundRect">
            <a:avLst>
              <a:gd name="adj" fmla="val 790"/>
            </a:avLst>
          </a:prstGeom>
          <a:solidFill>
            <a:srgbClr val="0D0B0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556" b="-5556"/>
          <a:stretch/>
        </p:blipFill>
        <p:spPr>
          <a:xfrm>
            <a:off x="1047750" y="2638425"/>
            <a:ext cx="7715250" cy="48220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0" y="2752725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중 남는 시간에 Python + Copilot으로 만든 </a:t>
            </a:r>
            <a:pPr algn="l" indent="0" marL="0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1E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간단한 주문 리스트 정리 프로그램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525000" y="3914775"/>
            <a:ext cx="84867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특별한 목적보다는 재미로 만든 소소한 작업물 소개</a:t>
            </a:r>
            <a:endParaRPr lang="en-US" sz="240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9525000" y="4619625"/>
            <a:ext cx="84867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396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drinklister.streamlit.app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2026-07-21T01:18:51Z</dcterms:created>
  <dcterms:modified xsi:type="dcterms:W3CDTF">2026-07-21T01:18:51Z</dcterms:modified>
</cp:coreProperties>
</file>